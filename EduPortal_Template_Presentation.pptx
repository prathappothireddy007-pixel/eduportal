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715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94360" y="5860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SIMATS ENGINEERING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Saveetha Institute of Medical and Technical Sciences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Chennai-602105.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-777240" y="188595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</a:rPr>
              <a:t>Smart EduPortal: Integrated Student Evaluation,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</a:rPr>
              <a:t>Automated Reporting, and OD Management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91640" y="2785404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Presented by : Shaik Hazipeera (192572056)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                   : P. Raja Prathap Reddy(192411184)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                     : M. D. Dinesh Prabhu(192424117)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Subject code: DSA0105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Subject: Object Oriented programming using C++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Guide name(s): Dr. M. Gunasekaran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14080" y="601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75870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Web-based portal for automated student evaluation and OD attendance tracking.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Replaces manual record-keeping with dynamic database storage and automated evaluation.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Provides secure role-based access for Faculty Administrators and Students.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Verifies event participation through live camera capture and GPS location stamps.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Automatically generates and emails academic progress PPT reports directly to parents.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62080" y="1188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0720" y="10483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Manual evaluation and grade calculation across large rosters is slow and error-prone.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Paper-based OD request processes lack verification and are susceptible to attendance proxy.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Traditional record management requires significant administrative paperwork and effort.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Parents lack real-time access to their child's updated academic progress and attendance.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Searching and retrieving student history manually causes significant operational delays.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068480" y="378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Literature review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9645"/>
              </p:ext>
            </p:extLst>
          </p:nvPr>
        </p:nvGraphicFramePr>
        <p:xfrm>
          <a:off x="256320" y="1025100"/>
          <a:ext cx="8052480" cy="3590100"/>
        </p:xfrm>
        <a:graphic>
          <a:graphicData uri="http://schemas.openxmlformats.org/drawingml/2006/table">
            <a:tbl>
              <a:tblPr/>
              <a:tblGrid>
                <a:gridCol w="1610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S.No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Author(s), Year &amp; Title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Technique Used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Sharma et al. (2023) – Student Management System Using C++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Object-Oriented Programming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Efficient record management, reusable code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Limited scalability &amp; web accessibility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Kumar &amp; Patel (2023) – Automated Result Processing System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Automated Grade Calculation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Reduces manual errors, faster result generation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Requires manual data entry without verification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Singh et al. (2024) – Academic Performance Evaluation System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Classes, Objects, Control Flow Statements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Improves evaluation accuracy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Limited graphical user interface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Proposed System (2026) – Smart EduPortal System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Full-Stack Web, Geo-Cam, Auto-PPT, SMTP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Real-time OD verification, Auto-emailing, Grade Scale S-F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Requires internet connection for cloud features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845280" y="687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8755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build a web portal for student records, class management, and event publishing.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automate weekly mark calculations and letter grade assignments (Scale: S, A, B, C, D, F).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implement a multi-step OD workflow featuring live camera and GPS location verification.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generate dynamic 4-slide PPT progress reports and auto-email them to parents.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eliminate administrative delays, calculation errors, and attendance proxy.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86080" y="1137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Module 1: User Management &amp; Event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1520" y="100512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Implements role-based access for Faculty Administrators and Students.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Allows faculty to manage classes, map subjects, and enroll students.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Enables faculty to publish campus events with dates, venues, and descriptions.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Allows students to browse and register for events directly from their portal.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Event registration unlocks student eligibility for On-Duty (OD) request submission.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8131680" cy="1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Module 2: On-Duty (OD) Tracking &amp; Attendance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34776" y="1725272"/>
            <a:ext cx="8297280" cy="3418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Event-registered students upload a digital photo of their signed OD permission letter.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Faculty reviews letter applications and approves or rejects OD requests.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Approved students capture a live camera photo stamped with GPS coordinates and timestamp.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Faculty performs final location photo verification before confirming OD attendance.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Unapproved or invalid OD attempts automatically mark the student as Absent.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2480" y="702720"/>
            <a:ext cx="8916480" cy="9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Module 3: Student Evaluation &amp; Automated Reporting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48320" y="78030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Faculty enters weekly subject-wise marks out of 100 in the Gradebook.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System computes overall percentage and assigns letter grades (Scale S to F).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Generates 4-slide PPT reports containing subject grades and attendance metrics.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Dispatches generated PPT reports asynchronously to parent emails via SMTP.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Displays class-level evaluation analytics including Class Average, Pass Count, and Fail Count.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71600" y="62601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Result &amp; Discussion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92572" y="1467858"/>
            <a:ext cx="7924486" cy="3272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Smart EduPortal was successfully developed using Node.js, Express, PostgreSQL, and TailwindCSS.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Accurately calculates percentages and assigns grades (S to F) across all subjects.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Multi-step OD verification eliminates attendance proxy using live GPS camera photos.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PowerPoint reports are generated dynamically and delivered directly to parent emails.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Asynchronous execution ensures instant UI responses without background email lag.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130622" y="540997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237" y="1402158"/>
            <a:ext cx="8771206" cy="3235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Successfully built and deployed an automated student evaluation and OD management portal.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Replaces error-prone manual grading with automated percentage and letter grade mapping.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Ensures high attendance authenticity through live camera and GPS location verification.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Enhances parent-teacher communication through automated PPT report email delivery.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Streamlines educational administration into a single secure, full-stack web application.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677280" cy="108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19" y="1645920"/>
            <a:ext cx="8095957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Node.js &amp; Express.js API Documentation, OpenJS Foundation, 2024.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PostgreSQL 16 Relational Database Documentation, PostgreSQL Global Development Group, 2024.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PptxGenJS Library Reference for Automated PowerPoint Generation, 2024.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Nodemailer Module Reference for SMTP Email Automation, 2024.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W3C Media Capture &amp; Geolocation API Specifications, World Wide Web Consortium, 2024.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6806880" cy="147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0000"/>
                </a:solidFill>
              </a:rPr>
              <a:t>Thank You!</a:t>
            </a:r>
            <a:endParaRPr lang="en-US" sz="6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99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829</Words>
  <Application>Microsoft Office PowerPoint</Application>
  <PresentationFormat>On-screen Show (16:9)</PresentationFormat>
  <Paragraphs>105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Pothireddy Raja Prathap Reddy</cp:lastModifiedBy>
  <cp:revision>3</cp:revision>
  <dcterms:created xsi:type="dcterms:W3CDTF">2026-08-11T04:33:41Z</dcterms:created>
  <dcterms:modified xsi:type="dcterms:W3CDTF">2026-08-11T05:02:40Z</dcterms:modified>
</cp:coreProperties>
</file>