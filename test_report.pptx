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</a:rPr>
              <a:t>EDUPORTAL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</a:rPr>
              <a:t>Weekly Academic Report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Grade: B  |  79%  |  Good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Student: raja prathap   |   Class: Class 10-A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Generated: 07 August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S (90-100%)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01952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 (80-89%)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46704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 (70-79%)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91456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C (60-69%)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36208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 (50-59%)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4663440"/>
            <a:ext cx="12801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F (&lt;50%)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Academic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Subject-wise Grades  |  raja prathap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Subject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Week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Avg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Math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85%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Science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72%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Attendance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raja prathap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67%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47472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Attendance 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554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554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Absent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1554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OD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926080"/>
            <a:ext cx="1554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Evaluation &amp; Final Grade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raja prathap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</a:rPr>
              <a:t>B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79% - Good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Result: PASS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Academic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Good performance (B). Consistently on track.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Attendance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Poor attendance. Significantly impacting academic performance.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62636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Generated by EduPortal  |  7/8/2026, 4:42:52 pm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2026-08-07T11:12:53Z</dcterms:created>
  <dcterms:modified xsi:type="dcterms:W3CDTF">2026-08-07T11:12:53Z</dcterms:modified>
</cp:coreProperties>
</file>